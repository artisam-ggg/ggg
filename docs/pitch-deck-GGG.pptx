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[FULL-SLIDE IMAGE - see image prompt #1]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/>
            </a:pPr>
            <a:r>
              <a:t>GGG - Good Game Guild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Trustless tournament prize-escrow on Stellar Soroban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Project Lead: [NAME]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[FULL-SLIDE IMAGE - see image prompt #2]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Someone always holds the prize money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23360"/>
            <a:ext cx="7863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Custody = risk: skimmed, delayed, frozen</a:t>
            </a:r>
          </a:p>
          <a:p>
            <a:pPr>
              <a:defRPr sz="2000"/>
            </a:pPr>
            <a:r>
              <a:t>Players must trust a stranger to pay out</a:t>
            </a:r>
          </a:p>
          <a:p>
            <a:pPr>
              <a:defRPr sz="2000"/>
            </a:pPr>
            <a:r>
              <a:t>No neutral escrow grassroots events can afford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contract holds the money, not a custodian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Non-custodial: funds leave only as payout or refund</a:t>
            </a:r>
          </a:p>
          <a:p>
            <a:r>
              <a:t>Signed client-side in your own Freighter wallet</a:t>
            </a:r>
          </a:p>
          <a:p>
            <a:r>
              <a:t>XLM or USDC, configurable split (default 60/30/10)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- under two minutes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Create tournament -&gt; QR code appears</a:t>
            </a:r>
          </a:p>
          <a:p>
            <a:r>
              <a:t>Players scan &amp; fund -&gt; pool ticks up live</a:t>
            </a:r>
          </a:p>
          <a:p>
            <a:r>
              <a:t>Referee settles -&gt; 60/30/10 in one transaction</a:t>
            </a:r>
          </a:p>
          <a:p>
            <a:r>
              <a:t>Three payouts, verifiable on the explorer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Soroban escrow contract (Rust, 7 fns, 28 tests)</a:t>
            </a:r>
          </a:p>
          <a:p>
            <a:r>
              <a:t>Next.js app builds &amp; submits XDR - never signs</a:t>
            </a:r>
          </a:p>
          <a:p>
            <a:r>
              <a:t>Freighter signs client-side; no server keys</a:t>
            </a:r>
          </a:p>
          <a:p>
            <a:r>
              <a:t>Subscriber -&gt; Redis -&gt; live SSE feed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needs this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Organisers, esports communities, guilds, LANs</a:t>
            </a:r>
          </a:p>
          <a:p>
            <a:r>
              <a:t>Any game title; no account needed to join</a:t>
            </a:r>
          </a:p>
          <a:p>
            <a:r>
              <a:t>Real on-chain volume for Stellar</a:t>
            </a:r>
          </a:p>
          <a:p>
            <a:r>
              <a:t>A consumer showcase for USDC on Stellar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Ship the live deploy (Testnet URL)</a:t>
            </a:r>
          </a:p>
          <a:p>
            <a:r>
              <a:t>Automated match verification (game APIs)</a:t>
            </a:r>
          </a:p>
          <a:p>
            <a:r>
              <a:t>Flexible N-place payout tables</a:t>
            </a:r>
          </a:p>
          <a:p>
            <a:r>
              <a:t>Mainnet + full USDC path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&amp; thanks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Julyza Pena - [role]</a:t>
            </a:r>
          </a:p>
          <a:p>
            <a:r>
              <a:t>Mark Hugh Neri - [role]</a:t>
            </a:r>
          </a:p>
          <a:p>
            <a:r>
              <a:t>Built on Stellar Soroban</a:t>
            </a:r>
          </a:p>
          <a:p>
            <a:r>
              <a:t>Thank you -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